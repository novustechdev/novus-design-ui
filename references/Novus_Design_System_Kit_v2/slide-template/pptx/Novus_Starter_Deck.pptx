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metadata/core-properties" Target="docProps/core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5"/>
  </p:sldIdLst>
  <p:sldSz cx="12192000" cy="6858000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slide" Target="slides/slide13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A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Title"/>
          <p:cNvSpPr>
            <a:spLocks noGrp="1"/>
          </p:cNvSpPr>
          <p:nvPr>
            <p:ph type="ctrTitle"/>
          </p:nvPr>
        </p:nvSpPr>
        <p:spPr>
          <a:xfrm>
            <a:off x="457200" y="1880992"/>
            <a:ext cx="3383280" cy="1463040"/>
          </a:xfrm>
        </p:spPr>
        <p:txBody>
          <a:bodyPr wrap="square">
            <a:normAutofit/>
          </a:bodyPr>
          <a:lstStyle>
            <a:lvl1pPr marL="0" indent="0" algn="l">
              <a:buNone/>
              <a:defRPr sz="2400" b="1">
                <a:solidFill>
                  <a:srgbClr val="FFFFFF"/>
                </a:solidFill>
                <a:latin typeface="Carlito"/>
              </a:defRPr>
            </a:lvl1pPr>
          </a:lstStyle>
          <a:p>
            <a:pPr algn="l"/>
            <a:r>
              <a:rPr lang="en-US" sz="2400" b="1" dirty="0">
                <a:solidFill>
                  <a:srgbClr val="FFFFFF"/>
                </a:solidFill>
                <a:latin typeface="Carlito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solidFill>
          <a:srgbClr val="0E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label"/>
          <p:cNvSpPr>
            <a:spLocks noGrp="1"/>
          </p:cNvSpPr>
          <p:nvPr>
            <p:ph type="body" idx="13"/>
          </p:nvPr>
        </p:nvSpPr>
        <p:spPr>
          <a:xfrm>
            <a:off x="609905" y="2468880"/>
            <a:ext cx="10058400" cy="365760"/>
          </a:xfrm>
        </p:spPr>
        <p:txBody>
          <a:bodyPr wrap="square">
            <a:normAutofit/>
          </a:bodyPr>
          <a:lstStyle>
            <a:lvl1pPr marL="0" indent="0" algn="l">
              <a:buNone/>
              <a:defRPr sz="1400" b="1">
                <a:solidFill>
                  <a:srgbClr val="6FACDE"/>
                </a:solidFill>
                <a:latin typeface="Carlito"/>
              </a:defRPr>
            </a:lvl1pPr>
          </a:lstStyle>
          <a:p>
            <a:pPr lvl="0" algn="l"/>
            <a:r>
              <a:rPr lang="en-US" sz="1400" b="1" cap="all">
                <a:solidFill>
                  <a:srgbClr val="6FACDE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Section title"/>
          <p:cNvSpPr>
            <a:spLocks noGrp="1"/>
          </p:cNvSpPr>
          <p:nvPr>
            <p:ph type="title"/>
          </p:nvPr>
        </p:nvSpPr>
        <p:spPr>
          <a:xfrm>
            <a:off x="609905" y="2926080"/>
            <a:ext cx="10424160" cy="1554480"/>
          </a:xfrm>
        </p:spPr>
        <p:txBody>
          <a:bodyPr wrap="square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Carlito"/>
              </a:defRPr>
            </a:lvl1pPr>
          </a:lstStyle>
          <a:p>
            <a:pPr algn="l"/>
            <a:r>
              <a:rPr lang="en-US" sz="4000" b="1">
                <a:solidFill>
                  <a:srgbClr val="FFFFFF"/>
                </a:solidFill>
                <a:latin typeface="Carlito"/>
              </a:rPr>
              <a:t>Click to edit Master title style</a:t>
            </a:r>
          </a:p>
        </p:txBody>
      </p:sp>
      <p:pic>
        <p:nvPicPr>
          <p:cNvPr id="14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5806440"/>
            <a:ext cx="1004816" cy="3108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70C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70C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50" name="agenda-num"/>
          <p:cNvSpPr/>
          <p:nvPr/>
        </p:nvSpPr>
        <p:spPr>
          <a:xfrm>
            <a:off x="609905" y="224028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30" name="Section 1"/>
          <p:cNvSpPr>
            <a:spLocks noGrp="1"/>
          </p:cNvSpPr>
          <p:nvPr>
            <p:ph type="body" idx="21"/>
          </p:nvPr>
        </p:nvSpPr>
        <p:spPr>
          <a:xfrm>
            <a:off x="1213409" y="2258568"/>
            <a:ext cx="8686800" cy="420624"/>
          </a:xfrm>
        </p:spPr>
        <p:txBody>
          <a:bodyPr wrap="square">
            <a:normAutofit/>
          </a:bodyPr>
          <a:lstStyle>
            <a:lvl1pPr marL="0" indent="0" algn="l">
              <a:buNone/>
              <a:defRPr sz="18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8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51" name="agenda-num"/>
          <p:cNvSpPr/>
          <p:nvPr/>
        </p:nvSpPr>
        <p:spPr>
          <a:xfrm>
            <a:off x="609905" y="2953512"/>
            <a:ext cx="420624" cy="420624"/>
          </a:xfrm>
          <a:prstGeom prst="ellipse">
            <a:avLst/>
          </a:prstGeom>
          <a:solidFill>
            <a:srgbClr val="E8A3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31" name="Section 2"/>
          <p:cNvSpPr>
            <a:spLocks noGrp="1"/>
          </p:cNvSpPr>
          <p:nvPr>
            <p:ph type="body" idx="22"/>
          </p:nvPr>
        </p:nvSpPr>
        <p:spPr>
          <a:xfrm>
            <a:off x="1213409" y="2971800"/>
            <a:ext cx="8686800" cy="420624"/>
          </a:xfrm>
        </p:spPr>
        <p:txBody>
          <a:bodyPr wrap="square">
            <a:normAutofit/>
          </a:bodyPr>
          <a:lstStyle>
            <a:lvl1pPr marL="0" indent="0" algn="l">
              <a:buNone/>
              <a:defRPr sz="18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8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52" name="agenda-num"/>
          <p:cNvSpPr/>
          <p:nvPr/>
        </p:nvSpPr>
        <p:spPr>
          <a:xfrm>
            <a:off x="609905" y="3666744"/>
            <a:ext cx="420624" cy="420624"/>
          </a:xfrm>
          <a:prstGeom prst="ellipse">
            <a:avLst/>
          </a:prstGeom>
          <a:solidFill>
            <a:srgbClr val="00A04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32" name="Section 3"/>
          <p:cNvSpPr>
            <a:spLocks noGrp="1"/>
          </p:cNvSpPr>
          <p:nvPr>
            <p:ph type="body" idx="23"/>
          </p:nvPr>
        </p:nvSpPr>
        <p:spPr>
          <a:xfrm>
            <a:off x="1213409" y="3685032"/>
            <a:ext cx="8686800" cy="420624"/>
          </a:xfrm>
        </p:spPr>
        <p:txBody>
          <a:bodyPr wrap="square">
            <a:normAutofit/>
          </a:bodyPr>
          <a:lstStyle>
            <a:lvl1pPr marL="0" indent="0" algn="l">
              <a:buNone/>
              <a:defRPr sz="18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8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53" name="agenda-num"/>
          <p:cNvSpPr/>
          <p:nvPr/>
        </p:nvSpPr>
        <p:spPr>
          <a:xfrm>
            <a:off x="609905" y="4379976"/>
            <a:ext cx="420624" cy="420624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33" name="Section 4"/>
          <p:cNvSpPr>
            <a:spLocks noGrp="1"/>
          </p:cNvSpPr>
          <p:nvPr>
            <p:ph type="body" idx="24"/>
          </p:nvPr>
        </p:nvSpPr>
        <p:spPr>
          <a:xfrm>
            <a:off x="1213409" y="4398264"/>
            <a:ext cx="8686800" cy="420624"/>
          </a:xfrm>
        </p:spPr>
        <p:txBody>
          <a:bodyPr wrap="square">
            <a:normAutofit/>
          </a:bodyPr>
          <a:lstStyle>
            <a:lvl1pPr marL="0" indent="0" algn="l">
              <a:buNone/>
              <a:defRPr sz="18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8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54" name="agenda-num"/>
          <p:cNvSpPr/>
          <p:nvPr/>
        </p:nvSpPr>
        <p:spPr>
          <a:xfrm>
            <a:off x="609905" y="5093208"/>
            <a:ext cx="420624" cy="420624"/>
          </a:xfrm>
          <a:prstGeom prst="ellipse">
            <a:avLst/>
          </a:prstGeom>
          <a:solidFill>
            <a:srgbClr val="004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34" name="Section 5"/>
          <p:cNvSpPr>
            <a:spLocks noGrp="1"/>
          </p:cNvSpPr>
          <p:nvPr>
            <p:ph type="body" idx="25"/>
          </p:nvPr>
        </p:nvSpPr>
        <p:spPr>
          <a:xfrm>
            <a:off x="1213409" y="5111496"/>
            <a:ext cx="8686800" cy="420624"/>
          </a:xfrm>
        </p:spPr>
        <p:txBody>
          <a:bodyPr wrap="square">
            <a:normAutofit/>
          </a:bodyPr>
          <a:lstStyle>
            <a:lvl1pPr marL="0" indent="0" algn="l">
              <a:buNone/>
              <a:defRPr sz="18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8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cxnSp>
        <p:nvCxnSpPr>
          <p:cNvPr id="40" name="rule"/>
          <p:cNvCxnSpPr/>
          <p:nvPr/>
        </p:nvCxnSpPr>
        <p:spPr>
          <a:xfrm>
            <a:off x="609905" y="6272784"/>
            <a:ext cx="10971886" cy="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pic>
        <p:nvPicPr>
          <p:cNvPr id="41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345936"/>
            <a:ext cx="531961" cy="164592"/>
          </a:xfrm>
          <a:prstGeom prst="rect">
            <a:avLst/>
          </a:prstGeom>
        </p:spPr>
      </p:pic>
      <p:sp>
        <p:nvSpPr>
          <p:cNvPr id="42" name="footer-meta"/>
          <p:cNvSpPr>
            <a:spLocks noTextEdit="1"/>
          </p:cNvSpPr>
          <p:nvPr/>
        </p:nvSpPr>
        <p:spPr>
          <a:xfrm>
            <a:off x="2926080" y="6345936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43" name="page-number"/>
          <p:cNvSpPr>
            <a:spLocks noTextEdit="1"/>
          </p:cNvSpPr>
          <p:nvPr/>
        </p:nvSpPr>
        <p:spPr>
          <a:xfrm>
            <a:off x="10484510" y="6345936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· 1 Opportun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70C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70C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6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ds · 1 Opportun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70C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70C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card"/>
          <p:cNvSpPr/>
          <p:nvPr/>
        </p:nvSpPr>
        <p:spPr>
          <a:xfrm>
            <a:off x="609905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1 title"/>
          <p:cNvSpPr>
            <a:spLocks noGrp="1"/>
          </p:cNvSpPr>
          <p:nvPr>
            <p:ph type="body" idx="31"/>
          </p:nvPr>
        </p:nvSpPr>
        <p:spPr>
          <a:xfrm>
            <a:off x="811073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0" name="Card 1 body"/>
          <p:cNvSpPr>
            <a:spLocks noGrp="1"/>
          </p:cNvSpPr>
          <p:nvPr>
            <p:ph type="body" idx="41"/>
          </p:nvPr>
        </p:nvSpPr>
        <p:spPr>
          <a:xfrm>
            <a:off x="811073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1" name="card"/>
          <p:cNvSpPr/>
          <p:nvPr/>
        </p:nvSpPr>
        <p:spPr>
          <a:xfrm>
            <a:off x="4334256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 2 title"/>
          <p:cNvSpPr>
            <a:spLocks noGrp="1"/>
          </p:cNvSpPr>
          <p:nvPr>
            <p:ph type="body" idx="32"/>
          </p:nvPr>
        </p:nvSpPr>
        <p:spPr>
          <a:xfrm>
            <a:off x="4535424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1" name="Card 2 body"/>
          <p:cNvSpPr>
            <a:spLocks noGrp="1"/>
          </p:cNvSpPr>
          <p:nvPr>
            <p:ph type="body" idx="42"/>
          </p:nvPr>
        </p:nvSpPr>
        <p:spPr>
          <a:xfrm>
            <a:off x="4535424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2" name="card"/>
          <p:cNvSpPr/>
          <p:nvPr/>
        </p:nvSpPr>
        <p:spPr>
          <a:xfrm>
            <a:off x="8058607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 3 title"/>
          <p:cNvSpPr>
            <a:spLocks noGrp="1"/>
          </p:cNvSpPr>
          <p:nvPr>
            <p:ph type="body" idx="33"/>
          </p:nvPr>
        </p:nvSpPr>
        <p:spPr>
          <a:xfrm>
            <a:off x="8259775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2" name="Card 3 body"/>
          <p:cNvSpPr>
            <a:spLocks noGrp="1"/>
          </p:cNvSpPr>
          <p:nvPr>
            <p:ph type="body" idx="43"/>
          </p:nvPr>
        </p:nvSpPr>
        <p:spPr>
          <a:xfrm>
            <a:off x="8259775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· 2 Paym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E8A30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E8A30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6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E8A3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ds · 2 Payme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E8A30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E8A30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card"/>
          <p:cNvSpPr/>
          <p:nvPr/>
        </p:nvSpPr>
        <p:spPr>
          <a:xfrm>
            <a:off x="609905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1 title"/>
          <p:cNvSpPr>
            <a:spLocks noGrp="1"/>
          </p:cNvSpPr>
          <p:nvPr>
            <p:ph type="body" idx="31"/>
          </p:nvPr>
        </p:nvSpPr>
        <p:spPr>
          <a:xfrm>
            <a:off x="811073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0" name="Card 1 body"/>
          <p:cNvSpPr>
            <a:spLocks noGrp="1"/>
          </p:cNvSpPr>
          <p:nvPr>
            <p:ph type="body" idx="41"/>
          </p:nvPr>
        </p:nvSpPr>
        <p:spPr>
          <a:xfrm>
            <a:off x="811073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1" name="card"/>
          <p:cNvSpPr/>
          <p:nvPr/>
        </p:nvSpPr>
        <p:spPr>
          <a:xfrm>
            <a:off x="4334256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 2 title"/>
          <p:cNvSpPr>
            <a:spLocks noGrp="1"/>
          </p:cNvSpPr>
          <p:nvPr>
            <p:ph type="body" idx="32"/>
          </p:nvPr>
        </p:nvSpPr>
        <p:spPr>
          <a:xfrm>
            <a:off x="4535424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1" name="Card 2 body"/>
          <p:cNvSpPr>
            <a:spLocks noGrp="1"/>
          </p:cNvSpPr>
          <p:nvPr>
            <p:ph type="body" idx="42"/>
          </p:nvPr>
        </p:nvSpPr>
        <p:spPr>
          <a:xfrm>
            <a:off x="4535424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2" name="card"/>
          <p:cNvSpPr/>
          <p:nvPr/>
        </p:nvSpPr>
        <p:spPr>
          <a:xfrm>
            <a:off x="8058607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 3 title"/>
          <p:cNvSpPr>
            <a:spLocks noGrp="1"/>
          </p:cNvSpPr>
          <p:nvPr>
            <p:ph type="body" idx="33"/>
          </p:nvPr>
        </p:nvSpPr>
        <p:spPr>
          <a:xfrm>
            <a:off x="8259775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2" name="Card 3 body"/>
          <p:cNvSpPr>
            <a:spLocks noGrp="1"/>
          </p:cNvSpPr>
          <p:nvPr>
            <p:ph type="body" idx="43"/>
          </p:nvPr>
        </p:nvSpPr>
        <p:spPr>
          <a:xfrm>
            <a:off x="8259775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E8A3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· 3 Platfor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A04A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A04A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6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A0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ds · 3 Platfor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A04A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A04A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card"/>
          <p:cNvSpPr/>
          <p:nvPr/>
        </p:nvSpPr>
        <p:spPr>
          <a:xfrm>
            <a:off x="609905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1 title"/>
          <p:cNvSpPr>
            <a:spLocks noGrp="1"/>
          </p:cNvSpPr>
          <p:nvPr>
            <p:ph type="body" idx="31"/>
          </p:nvPr>
        </p:nvSpPr>
        <p:spPr>
          <a:xfrm>
            <a:off x="811073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0" name="Card 1 body"/>
          <p:cNvSpPr>
            <a:spLocks noGrp="1"/>
          </p:cNvSpPr>
          <p:nvPr>
            <p:ph type="body" idx="41"/>
          </p:nvPr>
        </p:nvSpPr>
        <p:spPr>
          <a:xfrm>
            <a:off x="811073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1" name="card"/>
          <p:cNvSpPr/>
          <p:nvPr/>
        </p:nvSpPr>
        <p:spPr>
          <a:xfrm>
            <a:off x="4334256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 2 title"/>
          <p:cNvSpPr>
            <a:spLocks noGrp="1"/>
          </p:cNvSpPr>
          <p:nvPr>
            <p:ph type="body" idx="32"/>
          </p:nvPr>
        </p:nvSpPr>
        <p:spPr>
          <a:xfrm>
            <a:off x="4535424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1" name="Card 2 body"/>
          <p:cNvSpPr>
            <a:spLocks noGrp="1"/>
          </p:cNvSpPr>
          <p:nvPr>
            <p:ph type="body" idx="42"/>
          </p:nvPr>
        </p:nvSpPr>
        <p:spPr>
          <a:xfrm>
            <a:off x="4535424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2" name="card"/>
          <p:cNvSpPr/>
          <p:nvPr/>
        </p:nvSpPr>
        <p:spPr>
          <a:xfrm>
            <a:off x="8058607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 3 title"/>
          <p:cNvSpPr>
            <a:spLocks noGrp="1"/>
          </p:cNvSpPr>
          <p:nvPr>
            <p:ph type="body" idx="33"/>
          </p:nvPr>
        </p:nvSpPr>
        <p:spPr>
          <a:xfrm>
            <a:off x="8259775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2" name="Card 3 body"/>
          <p:cNvSpPr>
            <a:spLocks noGrp="1"/>
          </p:cNvSpPr>
          <p:nvPr>
            <p:ph type="body" idx="43"/>
          </p:nvPr>
        </p:nvSpPr>
        <p:spPr>
          <a:xfrm>
            <a:off x="8259775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A0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· 4 Loyal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534AB7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534AB7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6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ds · 4 Loyal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534AB7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534AB7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card"/>
          <p:cNvSpPr/>
          <p:nvPr/>
        </p:nvSpPr>
        <p:spPr>
          <a:xfrm>
            <a:off x="609905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1 title"/>
          <p:cNvSpPr>
            <a:spLocks noGrp="1"/>
          </p:cNvSpPr>
          <p:nvPr>
            <p:ph type="body" idx="31"/>
          </p:nvPr>
        </p:nvSpPr>
        <p:spPr>
          <a:xfrm>
            <a:off x="811073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0" name="Card 1 body"/>
          <p:cNvSpPr>
            <a:spLocks noGrp="1"/>
          </p:cNvSpPr>
          <p:nvPr>
            <p:ph type="body" idx="41"/>
          </p:nvPr>
        </p:nvSpPr>
        <p:spPr>
          <a:xfrm>
            <a:off x="811073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1" name="card"/>
          <p:cNvSpPr/>
          <p:nvPr/>
        </p:nvSpPr>
        <p:spPr>
          <a:xfrm>
            <a:off x="4334256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 2 title"/>
          <p:cNvSpPr>
            <a:spLocks noGrp="1"/>
          </p:cNvSpPr>
          <p:nvPr>
            <p:ph type="body" idx="32"/>
          </p:nvPr>
        </p:nvSpPr>
        <p:spPr>
          <a:xfrm>
            <a:off x="4535424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1" name="Card 2 body"/>
          <p:cNvSpPr>
            <a:spLocks noGrp="1"/>
          </p:cNvSpPr>
          <p:nvPr>
            <p:ph type="body" idx="42"/>
          </p:nvPr>
        </p:nvSpPr>
        <p:spPr>
          <a:xfrm>
            <a:off x="4535424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2" name="card"/>
          <p:cNvSpPr/>
          <p:nvPr/>
        </p:nvSpPr>
        <p:spPr>
          <a:xfrm>
            <a:off x="8058607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 3 title"/>
          <p:cNvSpPr>
            <a:spLocks noGrp="1"/>
          </p:cNvSpPr>
          <p:nvPr>
            <p:ph type="body" idx="33"/>
          </p:nvPr>
        </p:nvSpPr>
        <p:spPr>
          <a:xfrm>
            <a:off x="8259775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2" name="Card 3 body"/>
          <p:cNvSpPr>
            <a:spLocks noGrp="1"/>
          </p:cNvSpPr>
          <p:nvPr>
            <p:ph type="body" idx="43"/>
          </p:nvPr>
        </p:nvSpPr>
        <p:spPr>
          <a:xfrm>
            <a:off x="8259775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· 5 Partnershi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457A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457A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6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4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ds · 5 Partnershi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457A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457A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card"/>
          <p:cNvSpPr/>
          <p:nvPr/>
        </p:nvSpPr>
        <p:spPr>
          <a:xfrm>
            <a:off x="609905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1 title"/>
          <p:cNvSpPr>
            <a:spLocks noGrp="1"/>
          </p:cNvSpPr>
          <p:nvPr>
            <p:ph type="body" idx="31"/>
          </p:nvPr>
        </p:nvSpPr>
        <p:spPr>
          <a:xfrm>
            <a:off x="811073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0" name="Card 1 body"/>
          <p:cNvSpPr>
            <a:spLocks noGrp="1"/>
          </p:cNvSpPr>
          <p:nvPr>
            <p:ph type="body" idx="41"/>
          </p:nvPr>
        </p:nvSpPr>
        <p:spPr>
          <a:xfrm>
            <a:off x="811073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1" name="card"/>
          <p:cNvSpPr/>
          <p:nvPr/>
        </p:nvSpPr>
        <p:spPr>
          <a:xfrm>
            <a:off x="4334256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 2 title"/>
          <p:cNvSpPr>
            <a:spLocks noGrp="1"/>
          </p:cNvSpPr>
          <p:nvPr>
            <p:ph type="body" idx="32"/>
          </p:nvPr>
        </p:nvSpPr>
        <p:spPr>
          <a:xfrm>
            <a:off x="4535424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1" name="Card 2 body"/>
          <p:cNvSpPr>
            <a:spLocks noGrp="1"/>
          </p:cNvSpPr>
          <p:nvPr>
            <p:ph type="body" idx="42"/>
          </p:nvPr>
        </p:nvSpPr>
        <p:spPr>
          <a:xfrm>
            <a:off x="4535424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2" name="card"/>
          <p:cNvSpPr/>
          <p:nvPr/>
        </p:nvSpPr>
        <p:spPr>
          <a:xfrm>
            <a:off x="8058607" y="2331720"/>
            <a:ext cx="3523183" cy="31546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 3 title"/>
          <p:cNvSpPr>
            <a:spLocks noGrp="1"/>
          </p:cNvSpPr>
          <p:nvPr>
            <p:ph type="body" idx="33"/>
          </p:nvPr>
        </p:nvSpPr>
        <p:spPr>
          <a:xfrm>
            <a:off x="8259775" y="2532888"/>
            <a:ext cx="3120847" cy="5486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42" name="Card 3 body"/>
          <p:cNvSpPr>
            <a:spLocks noGrp="1"/>
          </p:cNvSpPr>
          <p:nvPr>
            <p:ph type="body" idx="43"/>
          </p:nvPr>
        </p:nvSpPr>
        <p:spPr>
          <a:xfrm>
            <a:off x="8259775" y="3118104"/>
            <a:ext cx="3120847" cy="214884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25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85916"/>
            <a:ext cx="2106595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4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— KPI /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70C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70C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30" name="Stat 1 number"/>
          <p:cNvSpPr>
            <a:spLocks noGrp="1"/>
          </p:cNvSpPr>
          <p:nvPr>
            <p:ph type="body" idx="31"/>
          </p:nvPr>
        </p:nvSpPr>
        <p:spPr>
          <a:xfrm>
            <a:off x="609905" y="2560320"/>
            <a:ext cx="2537231" cy="868680"/>
          </a:xfrm>
        </p:spPr>
        <p:txBody>
          <a:bodyPr wrap="none">
            <a:normAutofit/>
          </a:bodyPr>
          <a:lstStyle>
            <a:lvl1pPr marL="0" indent="0" algn="l">
              <a:buNone/>
              <a:defRPr sz="40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40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31" name="Stat 2 number"/>
          <p:cNvSpPr>
            <a:spLocks noGrp="1"/>
          </p:cNvSpPr>
          <p:nvPr>
            <p:ph type="body" idx="32"/>
          </p:nvPr>
        </p:nvSpPr>
        <p:spPr>
          <a:xfrm>
            <a:off x="3421456" y="2560320"/>
            <a:ext cx="2537231" cy="868680"/>
          </a:xfrm>
        </p:spPr>
        <p:txBody>
          <a:bodyPr wrap="none">
            <a:normAutofit/>
          </a:bodyPr>
          <a:lstStyle>
            <a:lvl1pPr marL="0" indent="0" algn="l">
              <a:buNone/>
              <a:defRPr sz="40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4000" b="1" dirty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32" name="Stat 3 number"/>
          <p:cNvSpPr>
            <a:spLocks noGrp="1"/>
          </p:cNvSpPr>
          <p:nvPr>
            <p:ph type="body" idx="33"/>
          </p:nvPr>
        </p:nvSpPr>
        <p:spPr>
          <a:xfrm>
            <a:off x="6233008" y="2560320"/>
            <a:ext cx="2537231" cy="868680"/>
          </a:xfrm>
        </p:spPr>
        <p:txBody>
          <a:bodyPr wrap="none">
            <a:normAutofit/>
          </a:bodyPr>
          <a:lstStyle>
            <a:lvl1pPr marL="0" indent="0" algn="l">
              <a:buNone/>
              <a:defRPr sz="40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40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33" name="Stat 4 number"/>
          <p:cNvSpPr>
            <a:spLocks noGrp="1"/>
          </p:cNvSpPr>
          <p:nvPr>
            <p:ph type="body" idx="34"/>
          </p:nvPr>
        </p:nvSpPr>
        <p:spPr>
          <a:xfrm>
            <a:off x="9044559" y="2560320"/>
            <a:ext cx="2537231" cy="868680"/>
          </a:xfrm>
        </p:spPr>
        <p:txBody>
          <a:bodyPr wrap="none">
            <a:normAutofit/>
          </a:bodyPr>
          <a:lstStyle>
            <a:lvl1pPr marL="0" indent="0" algn="l">
              <a:buNone/>
              <a:defRPr sz="4000" b="1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4000" b="1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60" name="nav-seg"/>
          <p:cNvSpPr/>
          <p:nvPr/>
        </p:nvSpPr>
        <p:spPr>
          <a:xfrm>
            <a:off x="609905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av-seg"/>
          <p:cNvSpPr/>
          <p:nvPr/>
        </p:nvSpPr>
        <p:spPr>
          <a:xfrm>
            <a:off x="2826228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E8A3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nav-seg"/>
          <p:cNvSpPr/>
          <p:nvPr/>
        </p:nvSpPr>
        <p:spPr>
          <a:xfrm>
            <a:off x="5042550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A0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nav-seg"/>
          <p:cNvSpPr/>
          <p:nvPr/>
        </p:nvSpPr>
        <p:spPr>
          <a:xfrm>
            <a:off x="7258873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nav-seg"/>
          <p:cNvSpPr/>
          <p:nvPr/>
        </p:nvSpPr>
        <p:spPr>
          <a:xfrm>
            <a:off x="9475196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4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7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7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  <p:sp>
        <p:nvSpPr>
          <p:cNvPr id="940" name="Stat 1 label"/>
          <p:cNvSpPr>
            <a:spLocks noGrp="1"/>
          </p:cNvSpPr>
          <p:nvPr>
            <p:ph type="body" idx="41"/>
          </p:nvPr>
        </p:nvSpPr>
        <p:spPr>
          <a:xfrm>
            <a:off x="609905" y="3383280"/>
            <a:ext cx="2537231" cy="457200"/>
          </a:xfrm>
        </p:spPr>
        <p:txBody>
          <a:bodyPr wrap="square" anchor="t">
            <a:normAutofit/>
          </a:bodyPr>
          <a:lstStyle>
            <a:lvl1pPr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>
              <a:buNone/>
            </a:pPr>
          </a:p>
        </p:txBody>
      </p:sp>
      <p:sp>
        <p:nvSpPr>
          <p:cNvPr id="941" name="Stat 2 label"/>
          <p:cNvSpPr>
            <a:spLocks noGrp="1"/>
          </p:cNvSpPr>
          <p:nvPr>
            <p:ph type="body" idx="42"/>
          </p:nvPr>
        </p:nvSpPr>
        <p:spPr>
          <a:xfrm>
            <a:off x="3421456" y="3383280"/>
            <a:ext cx="2537231" cy="457200"/>
          </a:xfrm>
        </p:spPr>
        <p:txBody>
          <a:bodyPr wrap="square" anchor="t">
            <a:normAutofit/>
          </a:bodyPr>
          <a:lstStyle>
            <a:lvl1pPr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>
              <a:buNone/>
            </a:pPr>
          </a:p>
        </p:txBody>
      </p:sp>
      <p:sp>
        <p:nvSpPr>
          <p:cNvPr id="942" name="Stat 3 label"/>
          <p:cNvSpPr>
            <a:spLocks noGrp="1"/>
          </p:cNvSpPr>
          <p:nvPr>
            <p:ph type="body" idx="43"/>
          </p:nvPr>
        </p:nvSpPr>
        <p:spPr>
          <a:xfrm>
            <a:off x="6233008" y="3383280"/>
            <a:ext cx="2537231" cy="457200"/>
          </a:xfrm>
        </p:spPr>
        <p:txBody>
          <a:bodyPr wrap="square" anchor="t">
            <a:normAutofit/>
          </a:bodyPr>
          <a:lstStyle>
            <a:lvl1pPr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>
              <a:buNone/>
            </a:pPr>
          </a:p>
        </p:txBody>
      </p:sp>
      <p:sp>
        <p:nvSpPr>
          <p:cNvPr id="943" name="Stat 4 label"/>
          <p:cNvSpPr>
            <a:spLocks noGrp="1"/>
          </p:cNvSpPr>
          <p:nvPr>
            <p:ph type="body" idx="44"/>
          </p:nvPr>
        </p:nvSpPr>
        <p:spPr>
          <a:xfrm>
            <a:off x="9044559" y="3383280"/>
            <a:ext cx="2537231" cy="457200"/>
          </a:xfrm>
        </p:spPr>
        <p:txBody>
          <a:bodyPr wrap="square" anchor="t">
            <a:normAutofit/>
          </a:bodyPr>
          <a:lstStyle>
            <a:lvl1pPr algn="l">
              <a:buNone/>
              <a:defRPr sz="1250" b="0">
                <a:solidFill>
                  <a:srgbClr val="51606F"/>
                </a:solidFill>
                <a:latin typeface="Carlito"/>
              </a:defRPr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—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3"/>
          </p:nvPr>
        </p:nvSpPr>
        <p:spPr>
          <a:xfrm>
            <a:off x="609905" y="420624"/>
            <a:ext cx="10058400" cy="2743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200" b="1">
                <a:solidFill>
                  <a:srgbClr val="0070C0"/>
                </a:solidFill>
                <a:latin typeface="Carlito"/>
              </a:defRPr>
            </a:lvl1pPr>
          </a:lstStyle>
          <a:p>
            <a:pPr lvl="0" algn="l"/>
            <a:r>
              <a:rPr lang="en-US" sz="1200" b="1" cap="all">
                <a:solidFill>
                  <a:srgbClr val="0070C0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r>
              <a:rPr lang="en-US" sz="2800" b="1">
                <a:solidFill>
                  <a:srgbClr val="0E2336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Intro"/>
          <p:cNvSpPr>
            <a:spLocks noGrp="1"/>
          </p:cNvSpPr>
          <p:nvPr>
            <p:ph type="body" idx="14"/>
          </p:nvPr>
        </p:nvSpPr>
        <p:spPr>
          <a:xfrm>
            <a:off x="609905" y="1572768"/>
            <a:ext cx="9875520" cy="502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1500" b="0">
                <a:solidFill>
                  <a:srgbClr val="51606F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51606F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3" name="Left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4846320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5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14" name="Right"/>
          <p:cNvSpPr>
            <a:spLocks noGrp="1"/>
          </p:cNvSpPr>
          <p:nvPr>
            <p:ph type="body" idx="2"/>
          </p:nvPr>
        </p:nvSpPr>
        <p:spPr>
          <a:xfrm>
            <a:off x="5821985" y="2249424"/>
            <a:ext cx="4846320" cy="329184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500" b="0">
                <a:solidFill>
                  <a:srgbClr val="0E2336"/>
                </a:solidFill>
                <a:latin typeface="Carlito"/>
              </a:defRPr>
            </a:lvl1pPr>
          </a:lstStyle>
          <a:p>
            <a:pPr lvl="0" algn="l"/>
            <a:r>
              <a:rPr lang="en-US" sz="1500" b="0">
                <a:solidFill>
                  <a:srgbClr val="0E2336"/>
                </a:solidFill>
                <a:latin typeface="Carlito"/>
              </a:rPr>
              <a:t>Click to edit Master text styles</a:t>
            </a:r>
          </a:p>
        </p:txBody>
      </p:sp>
      <p:sp>
        <p:nvSpPr>
          <p:cNvPr id="20" name="nav-seg"/>
          <p:cNvSpPr/>
          <p:nvPr/>
        </p:nvSpPr>
        <p:spPr>
          <a:xfrm>
            <a:off x="609905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av-seg"/>
          <p:cNvSpPr/>
          <p:nvPr/>
        </p:nvSpPr>
        <p:spPr>
          <a:xfrm>
            <a:off x="2826228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E8A3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av-seg"/>
          <p:cNvSpPr/>
          <p:nvPr/>
        </p:nvSpPr>
        <p:spPr>
          <a:xfrm>
            <a:off x="5042550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A0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seg"/>
          <p:cNvSpPr/>
          <p:nvPr/>
        </p:nvSpPr>
        <p:spPr>
          <a:xfrm>
            <a:off x="7258873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seg"/>
          <p:cNvSpPr/>
          <p:nvPr/>
        </p:nvSpPr>
        <p:spPr>
          <a:xfrm>
            <a:off x="9475196" y="6163056"/>
            <a:ext cx="2106595" cy="109728"/>
          </a:xfrm>
          <a:prstGeom prst="roundRect">
            <a:avLst>
              <a:gd name="adj" fmla="val 50000"/>
            </a:avLst>
          </a:prstGeom>
          <a:solidFill>
            <a:srgbClr val="004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6400800"/>
            <a:ext cx="531961" cy="164592"/>
          </a:xfrm>
          <a:prstGeom prst="rect">
            <a:avLst/>
          </a:prstGeom>
        </p:spPr>
      </p:pic>
      <p:sp>
        <p:nvSpPr>
          <p:cNvPr id="31" name="footer-meta"/>
          <p:cNvSpPr>
            <a:spLocks noTextEdit="1"/>
          </p:cNvSpPr>
          <p:nvPr/>
        </p:nvSpPr>
        <p:spPr>
          <a:xfrm>
            <a:off x="2926080" y="6400800"/>
            <a:ext cx="630936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950" b="0">
                <a:solidFill>
                  <a:srgbClr val="6B7886"/>
                </a:solidFill>
                <a:latin typeface="Carlito"/>
              </a:rPr>
              <a:t>CONFIDENTIAL · INSERT TOPIC</a:t>
            </a:r>
          </a:p>
        </p:txBody>
      </p:sp>
      <p:sp>
        <p:nvSpPr>
          <p:cNvPr id="32" name="page-number"/>
          <p:cNvSpPr>
            <a:spLocks noTextEdit="1"/>
          </p:cNvSpPr>
          <p:nvPr/>
        </p:nvSpPr>
        <p:spPr>
          <a:xfrm>
            <a:off x="10484510" y="6400800"/>
            <a:ext cx="1097280" cy="23774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/>
            <a:fld id="{F8C5A1E2-0000-4A00-9000-000000000001}" type="slidenum">
              <a:rPr lang="en-US" sz="950" b="0">
                <a:solidFill>
                  <a:srgbClr val="51606F"/>
                </a:solidFill>
                <a:latin typeface="Carlito"/>
              </a:rPr>
              <a:t>‹#›</a:t>
            </a:fld>
            <a:endParaRPr lang="en-US" sz="950" b="0">
              <a:solidFill>
                <a:srgbClr val="51606F"/>
              </a:solidFill>
              <a:latin typeface="Carli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E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ctrTitle"/>
          </p:nvPr>
        </p:nvSpPr>
        <p:spPr>
          <a:xfrm>
            <a:off x="609905" y="2377440"/>
            <a:ext cx="10424160" cy="1645920"/>
          </a:xfrm>
        </p:spPr>
        <p:txBody>
          <a:bodyPr wrap="square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Carlito"/>
              </a:defRPr>
            </a:lvl1pPr>
          </a:lstStyle>
          <a:p>
            <a:pPr algn="l"/>
            <a:r>
              <a:rPr lang="en-US" sz="4000" b="1">
                <a:solidFill>
                  <a:srgbClr val="FFFFFF"/>
                </a:solidFill>
                <a:latin typeface="Carlito"/>
              </a:rPr>
              <a:t>Click to edit Master title style</a:t>
            </a:r>
          </a:p>
        </p:txBody>
      </p:sp>
      <p:sp>
        <p:nvSpPr>
          <p:cNvPr id="12" name="Contact / CTA"/>
          <p:cNvSpPr>
            <a:spLocks noGrp="1"/>
          </p:cNvSpPr>
          <p:nvPr>
            <p:ph type="subTitle" idx="1"/>
          </p:nvPr>
        </p:nvSpPr>
        <p:spPr>
          <a:xfrm>
            <a:off x="609905" y="4114800"/>
            <a:ext cx="9692640" cy="914400"/>
          </a:xfrm>
        </p:spPr>
        <p:txBody>
          <a:bodyPr wrap="square">
            <a:normAutofit/>
          </a:bodyPr>
          <a:lstStyle>
            <a:lvl1pPr marL="0" indent="0" algn="l">
              <a:buNone/>
              <a:defRPr sz="1600" b="0">
                <a:solidFill>
                  <a:srgbClr val="C7D2DC"/>
                </a:solidFill>
                <a:latin typeface="Carlito"/>
              </a:defRPr>
            </a:lvl1pPr>
          </a:lstStyle>
          <a:p>
            <a:pPr algn="l"/>
            <a:r>
              <a:rPr lang="en-US" sz="1600" b="0">
                <a:solidFill>
                  <a:srgbClr val="C7D2DC"/>
                </a:solidFill>
                <a:latin typeface="Carlito"/>
              </a:rPr>
              <a:t>Click to edit Master subtitle style</a:t>
            </a:r>
          </a:p>
        </p:txBody>
      </p:sp>
      <p:sp>
        <p:nvSpPr>
          <p:cNvPr id="13" name="meta"/>
          <p:cNvSpPr>
            <a:spLocks noTextEdit="1"/>
          </p:cNvSpPr>
          <p:nvPr/>
        </p:nvSpPr>
        <p:spPr>
          <a:xfrm>
            <a:off x="609905" y="5943600"/>
            <a:ext cx="10058400" cy="2743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00" b="0">
                <a:solidFill>
                  <a:srgbClr val="C7D2DC"/>
                </a:solidFill>
                <a:latin typeface="Carlito"/>
              </a:rPr>
              <a:t>Novus Technologies Pte. Ltd. · www.novustech.com.sg</a:t>
            </a:r>
          </a:p>
        </p:txBody>
      </p:sp>
      <p:pic>
        <p:nvPicPr>
          <p:cNvPr id="14" name="Novu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457200"/>
            <a:ext cx="1004816" cy="3108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905" y="749808"/>
            <a:ext cx="10971886" cy="868680"/>
          </a:xfrm>
        </p:spPr>
        <p:txBody>
          <a:bodyPr wrap="square">
            <a:normAutofit/>
          </a:bodyPr>
          <a:lstStyle>
            <a:lvl1pPr marL="0" indent="0" algn="l">
              <a:buNone/>
              <a:defRPr sz="2800" b="1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endParaRPr lang="en-US" sz="2800" b="1">
              <a:solidFill>
                <a:srgbClr val="0E2336"/>
              </a:solidFill>
              <a:latin typeface="Carlito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609905" y="2249424"/>
            <a:ext cx="10971886" cy="3611880"/>
          </a:xfrm>
        </p:spPr>
        <p:txBody>
          <a:bodyPr wrap="square">
            <a:normAutofit/>
          </a:bodyPr>
          <a:lstStyle>
            <a:lvl1pPr marL="228600" indent="-228600" algn="l">
              <a:spcBef>
                <a:spcPts val="600"/>
              </a:spcBef>
              <a:buFont typeface="Carlito"/>
              <a:buChar char="›"/>
              <a:defRPr sz="1600" b="0">
                <a:solidFill>
                  <a:srgbClr val="0E2336"/>
                </a:solidFill>
                <a:latin typeface="Carlito"/>
              </a:defRPr>
            </a:lvl1pPr>
          </a:lstStyle>
          <a:p>
            <a:pPr algn="l"/>
            <a:endParaRPr lang="en-US" sz="1600" b="0">
              <a:solidFill>
                <a:srgbClr val="0E2336"/>
              </a:solidFill>
              <a:latin typeface="Carl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eaLnBrk="1" hangingPunct="1">
        <a:defRPr sz="2800" b="1">
          <a:solidFill>
            <a:srgbClr val="0E2336"/>
          </a:solidFill>
          <a:latin typeface="Carlito"/>
        </a:defRPr>
      </a:lvl1pPr>
    </p:titleStyle>
    <p:bodyStyle>
      <a:lvl1pPr marL="228600" indent="-228600" eaLnBrk="1" hangingPunct="1">
        <a:buFont typeface="Carlito"/>
        <a:buChar char="›"/>
        <a:defRPr sz="1600">
          <a:solidFill>
            <a:srgbClr val="0E2336"/>
          </a:solidFill>
          <a:latin typeface="Carlito"/>
        </a:defRPr>
      </a:lvl1pPr>
      <a:lvl2pPr marL="457200" indent="-228600" eaLnBrk="1" hangingPunct="1">
        <a:buFont typeface="Carlito"/>
        <a:buChar char="–"/>
        <a:defRPr sz="1400">
          <a:solidFill>
            <a:srgbClr val="51606F"/>
          </a:solidFill>
          <a:latin typeface="Carlito"/>
        </a:defRPr>
      </a:lvl2pPr>
    </p:bodyStyle>
    <p:otherStyle>
      <a:lvl1pPr eaLnBrk="1" hangingPunct="1">
        <a:defRPr>
          <a:latin typeface="Carlito"/>
        </a:defRPr>
      </a:lvl1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0070C0"/>
                </a:solidFill>
                <a:latin typeface="Carlito"/>
              </a:rPr>
              <a:t>●  </a:t>
            </a:r>
            <a:r>
              <a:rPr>
                <a:solidFill>
                  <a:srgbClr val="0070C0"/>
                </a:solidFill>
              </a:rPr>
              <a:t>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 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solidFill>
                  <a:srgbClr val="6FACDE"/>
                </a:solidFill>
              </a:rPr>
              <a:t>PART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0070C0"/>
                </a:solidFill>
                <a:latin typeface="Carlito"/>
              </a:rPr>
              <a:t>●  </a:t>
            </a:r>
            <a:r>
              <a:rPr>
                <a:solidFill>
                  <a:srgbClr val="0070C0"/>
                </a:solidFill>
              </a:rPr>
              <a:t>[Click to add]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6163056"/>
            <a:ext cx="10971886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905" y="6163056"/>
            <a:ext cx="2106594" cy="10972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6227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2549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8871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5193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solidFill>
                  <a:srgbClr val="6FACDE"/>
                </a:solidFill>
              </a:rPr>
              <a:t>PART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E8A300"/>
                </a:solidFill>
                <a:latin typeface="Carlito"/>
              </a:rPr>
              <a:t>●  </a:t>
            </a:r>
            <a:r>
              <a:rPr>
                <a:solidFill>
                  <a:srgbClr val="E8A300"/>
                </a:solidFill>
              </a:rPr>
              <a:t>[Click to add]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6163056"/>
            <a:ext cx="10971886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905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6227" y="6163056"/>
            <a:ext cx="2106594" cy="109728"/>
          </a:xfrm>
          <a:prstGeom prst="roundRect">
            <a:avLst>
              <a:gd name="adj" fmla="val 50000"/>
            </a:avLst>
          </a:prstGeom>
          <a:solidFill>
            <a:srgbClr val="E8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2549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8871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5193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solidFill>
                  <a:srgbClr val="6FACDE"/>
                </a:solidFill>
              </a:rPr>
              <a:t>PART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00A04A"/>
                </a:solidFill>
                <a:latin typeface="Carlito"/>
              </a:rPr>
              <a:t>●  </a:t>
            </a:r>
            <a:r>
              <a:rPr>
                <a:solidFill>
                  <a:srgbClr val="00A04A"/>
                </a:solidFill>
              </a:rPr>
              <a:t>[Click to add]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6163056"/>
            <a:ext cx="10971886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905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6227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2549" y="6163056"/>
            <a:ext cx="2106594" cy="109728"/>
          </a:xfrm>
          <a:prstGeom prst="roundRect">
            <a:avLst>
              <a:gd name="adj" fmla="val 50000"/>
            </a:avLst>
          </a:prstGeom>
          <a:solidFill>
            <a:srgbClr val="00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8871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5193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solidFill>
                  <a:srgbClr val="6FACDE"/>
                </a:solidFill>
              </a:rPr>
              <a:t>PART 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534AB7"/>
                </a:solidFill>
                <a:latin typeface="Carlito"/>
              </a:rPr>
              <a:t>●  </a:t>
            </a:r>
            <a:r>
              <a:rPr>
                <a:solidFill>
                  <a:srgbClr val="534AB7"/>
                </a:solidFill>
              </a:rPr>
              <a:t>[Click to add]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6163056"/>
            <a:ext cx="10971886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905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6227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2549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8871" y="6163056"/>
            <a:ext cx="2106594" cy="10972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5193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C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solidFill>
                  <a:srgbClr val="6FACDE"/>
                </a:solidFill>
              </a:rPr>
              <a:t>PART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900">
                <a:solidFill>
                  <a:srgbClr val="00457A"/>
                </a:solidFill>
                <a:latin typeface="Carlito"/>
              </a:rPr>
              <a:t>●  </a:t>
            </a:r>
            <a:r>
              <a:rPr>
                <a:solidFill>
                  <a:srgbClr val="00457A"/>
                </a:solidFill>
              </a:rPr>
              <a:t>[Click to add]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5" y="6163056"/>
            <a:ext cx="10971886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905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D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6227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F8E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2549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B2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58871" y="6185916"/>
            <a:ext cx="2106594" cy="64008"/>
          </a:xfrm>
          <a:prstGeom prst="roundRect">
            <a:avLst>
              <a:gd name="adj" fmla="val 50000"/>
            </a:avLst>
          </a:prstGeom>
          <a:solidFill>
            <a:srgbClr val="CBC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75193" y="6163056"/>
            <a:ext cx="2106594" cy="109728"/>
          </a:xfrm>
          <a:prstGeom prst="roundRect">
            <a:avLst>
              <a:gd name="adj" fmla="val 50000"/>
            </a:avLst>
          </a:prstGeom>
          <a:solidFill>
            <a:srgbClr val="00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[Click to add]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[Click to add]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vus">
  <a:themeElements>
    <a:clrScheme name="Novus">
      <a:dk1>
        <a:srgbClr val="0E2336"/>
      </a:dk1>
      <a:lt1>
        <a:srgbClr val="FFFFFF"/>
      </a:lt1>
      <a:dk2>
        <a:srgbClr val="00457A"/>
      </a:dk2>
      <a:lt2>
        <a:srgbClr val="F4F7FA"/>
      </a:lt2>
      <a:accent1>
        <a:srgbClr val="0070C0"/>
      </a:accent1>
      <a:accent2>
        <a:srgbClr val="E8A300"/>
      </a:accent2>
      <a:accent3>
        <a:srgbClr val="00A04A"/>
      </a:accent3>
      <a:accent4>
        <a:srgbClr val="00457A"/>
      </a:accent4>
      <a:accent5>
        <a:srgbClr val="534AB7"/>
      </a:accent5>
      <a:accent6>
        <a:srgbClr val="51606F"/>
      </a:accent6>
      <a:hlink>
        <a:srgbClr val="0070C0"/>
      </a:hlink>
      <a:folHlink>
        <a:srgbClr val="00457A"/>
      </a:folHlink>
    </a:clrScheme>
    <a:fontScheme name="Novus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Nov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vus_Template" id="{2FE91000-A3C4-664E-89BC-D5301AB7CA9C}" vid="{410ED959-8DC0-F64D-A4DD-AE6532BC1D5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80F66E660D674BB220C80ED517291D" ma:contentTypeVersion="11" ma:contentTypeDescription="Create a new document." ma:contentTypeScope="" ma:versionID="b2beaf29344bab005dfa73dc4a60a1f9">
  <xsd:schema xmlns:xsd="http://www.w3.org/2001/XMLSchema" xmlns:xs="http://www.w3.org/2001/XMLSchema" xmlns:p="http://schemas.microsoft.com/office/2006/metadata/properties" xmlns:ns2="f26462dc-08e8-40ce-82b6-c16b5a0295bb" xmlns:ns3="1565d323-ea14-464b-af16-88434f287a58" targetNamespace="http://schemas.microsoft.com/office/2006/metadata/properties" ma:root="true" ma:fieldsID="df74a7281636502521f87e5602b3ebc9" ns2:_="" ns3:_="">
    <xsd:import namespace="f26462dc-08e8-40ce-82b6-c16b5a0295bb"/>
    <xsd:import namespace="1565d323-ea14-464b-af16-88434f287a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462dc-08e8-40ce-82b6-c16b5a029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f0a94a1-9d5c-4ee6-80f0-613249b565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5d323-ea14-464b-af16-88434f287a5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274559b-e21f-4546-baf7-2779e04b5460}" ma:internalName="TaxCatchAll" ma:showField="CatchAllData" ma:web="1565d323-ea14-464b-af16-88434f287a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65d323-ea14-464b-af16-88434f287a58" xsi:nil="true"/>
    <lcf76f155ced4ddcb4097134ff3c332f xmlns="f26462dc-08e8-40ce-82b6-c16b5a0295b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857518-8B2A-4838-A6C4-554861DC65EB}"/>
</file>

<file path=customXml/itemProps2.xml><?xml version="1.0" encoding="utf-8"?>
<ds:datastoreItem xmlns:ds="http://schemas.openxmlformats.org/officeDocument/2006/customXml" ds:itemID="{4F7C1A96-BC9F-4839-87DA-618220CBEEB4}"/>
</file>

<file path=customXml/itemProps3.xml><?xml version="1.0" encoding="utf-8"?>
<ds:datastoreItem xmlns:ds="http://schemas.openxmlformats.org/officeDocument/2006/customXml" ds:itemID="{D8DBB11B-63D5-4465-8B6C-85EB741B05D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265</Words>
  <Application>Microsoft Macintosh PowerPoint</Application>
  <PresentationFormat>Widescreen</PresentationFormat>
  <Paragraphs>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Carlito</vt:lpstr>
      <vt:lpstr>Novus</vt:lpstr>
      <vt:lpstr>Presentation Title</vt:lpstr>
      <vt:lpstr>Agenda</vt:lpstr>
      <vt:lpstr>Section 1</vt:lpstr>
      <vt:lpstr>The slide’s key message</vt:lpstr>
      <vt:lpstr>The slide’s key message</vt:lpstr>
      <vt:lpstr>Section 2</vt:lpstr>
      <vt:lpstr>The slide’s key message</vt:lpstr>
      <vt:lpstr>The slide’s key message</vt:lpstr>
      <vt:lpstr>Key message from this section</vt:lpstr>
      <vt:lpstr>PowerPoint Presentation</vt:lpstr>
      <vt:lpstr>PowerPoint Presentation</vt:lpstr>
      <vt:lpstr>PowerPoint Presentation</vt:lpstr>
      <vt:lpstr>Presentation title</vt:lpstr>
      <vt:lpstr>Brand Lockups – all official logos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ricardos.khoury@novustech.com.sg</dc:creator>
  <cp:lastModifiedBy>ricardos.khoury@novustech.com.sg</cp:lastModifiedBy>
  <cp:revision>2</cp:revision>
  <dcterms:created xsi:type="dcterms:W3CDTF">2026-06-30T04:06:08Z</dcterms:created>
  <dcterms:modified xsi:type="dcterms:W3CDTF">2026-06-30T04:25:17Z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Novus Template</dc:title>
  <dc:creator>Novus Technologies</dc:creator>
  <cp:lastModifiedBy>Novus Technologies</cp:lastModifiedB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0x010100FE80F66E660D674BB220C80ED517291D</vt:lpwstr>
  </property>
</Properties>
</file>