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420624"/>
            <a:ext cx="10058400" cy="27432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200" b="1">
                <a:solidFill>
                  <a:srgbClr val="0070C0"/>
                </a:solidFill>
                <a:latin typeface="Carlito"/>
              </a:rPr>
              <a:t>BRAND LOCKUPS · COPY &amp; PASTE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49808"/>
            <a:ext cx="10972800" cy="64008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2800" b="1">
                <a:solidFill>
                  <a:srgbClr val="0E2336"/>
                </a:solidFill>
                <a:latin typeface="Carlito"/>
              </a:rPr>
              <a:t>Copy a lockup onto your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481328"/>
            <a:ext cx="10972800" cy="45720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350" b="0">
                <a:solidFill>
                  <a:srgbClr val="51606F"/>
                </a:solidFill>
                <a:latin typeface="Carlito"/>
              </a:rPr>
              <a:t>Click a lockup, copy (Cmd/Ctrl+C) and paste onto any slide — it keeps the exact brand colours and pictograph. Helper slide: delete it before sending the deck.</a:t>
            </a:r>
          </a:p>
        </p:txBody>
      </p:sp>
      <p:pic>
        <p:nvPicPr>
          <p:cNvPr id="5" name="Picture 4" descr="Novus_Logo_Colour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547" y="603504"/>
            <a:ext cx="124106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40547" y="1060704"/>
            <a:ext cx="1828800" cy="22860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Master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200" b="1">
                <a:solidFill>
                  <a:srgbClr val="6B7886"/>
                </a:solidFill>
                <a:latin typeface="Carlito"/>
              </a:rPr>
              <a:t>PRODUCT VERTICALS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200" b="1">
                <a:solidFill>
                  <a:srgbClr val="6B7886"/>
                </a:solidFill>
                <a:latin typeface="Carlito"/>
              </a:rPr>
              <a:t>PLATFORM LAYERS</a:t>
            </a:r>
          </a:p>
        </p:txBody>
      </p:sp>
      <p:pic>
        <p:nvPicPr>
          <p:cNvPr id="9" name="Picture 8" descr="novap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2237212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971800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Digital Payments</a:t>
            </a:r>
          </a:p>
        </p:txBody>
      </p:sp>
      <p:pic>
        <p:nvPicPr>
          <p:cNvPr id="11" name="Picture 10" descr="novab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02152"/>
            <a:ext cx="2482811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3959352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Digital Banking</a:t>
            </a:r>
          </a:p>
        </p:txBody>
      </p:sp>
      <p:pic>
        <p:nvPicPr>
          <p:cNvPr id="13" name="Picture 12" descr="nova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89704"/>
            <a:ext cx="2478576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946904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Digital Retail</a:t>
            </a:r>
          </a:p>
        </p:txBody>
      </p:sp>
      <p:pic>
        <p:nvPicPr>
          <p:cNvPr id="15" name="Picture 14" descr="novatru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77256"/>
            <a:ext cx="2409413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934456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Digital Security</a:t>
            </a:r>
          </a:p>
        </p:txBody>
      </p:sp>
      <p:pic>
        <p:nvPicPr>
          <p:cNvPr id="17" name="Picture 16" descr="nova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514600"/>
            <a:ext cx="2272499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2971800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Experience layer</a:t>
            </a:r>
          </a:p>
        </p:txBody>
      </p:sp>
      <p:pic>
        <p:nvPicPr>
          <p:cNvPr id="19" name="Picture 18" descr="novaw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502152"/>
            <a:ext cx="2470107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92240" y="3959352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Orchestration layer</a:t>
            </a:r>
          </a:p>
        </p:txBody>
      </p:sp>
      <p:pic>
        <p:nvPicPr>
          <p:cNvPr id="21" name="Picture 20" descr="novaser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489704"/>
            <a:ext cx="2535036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4946904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Operations layer</a:t>
            </a:r>
          </a:p>
        </p:txBody>
      </p:sp>
      <p:pic>
        <p:nvPicPr>
          <p:cNvPr id="23" name="Picture 22" descr="novaa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477256"/>
            <a:ext cx="182223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934456"/>
            <a:ext cx="4754880" cy="256032"/>
          </a:xfrm>
          <a:prstGeom prst="rect">
            <a:avLst/>
          </a:prstGeom>
          <a:noFill/>
        </p:spPr>
        <p:txBody>
          <a:bodyPr wrap="square" lIns="0" tIns="0" bIns="0" anchor="t">
            <a:spAutoFit/>
          </a:bodyPr>
          <a:lstStyle/>
          <a:p>
            <a:r>
              <a:rPr sz="1150" b="0">
                <a:solidFill>
                  <a:srgbClr val="6B7886"/>
                </a:solidFill>
                <a:latin typeface="Carlito"/>
              </a:rPr>
              <a:t>Intelligence core</a:t>
            </a:r>
          </a:p>
        </p:txBody>
      </p:sp>
      <p:pic>
        <p:nvPicPr>
          <p:cNvPr id="25" name="Picture 24" descr="Novus_Logo_Colour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00800"/>
            <a:ext cx="590983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80F66E660D674BB220C80ED517291D" ma:contentTypeVersion="11" ma:contentTypeDescription="Create a new document." ma:contentTypeScope="" ma:versionID="b2beaf29344bab005dfa73dc4a60a1f9">
  <xsd:schema xmlns:xsd="http://www.w3.org/2001/XMLSchema" xmlns:xs="http://www.w3.org/2001/XMLSchema" xmlns:p="http://schemas.microsoft.com/office/2006/metadata/properties" xmlns:ns2="f26462dc-08e8-40ce-82b6-c16b5a0295bb" xmlns:ns3="1565d323-ea14-464b-af16-88434f287a58" targetNamespace="http://schemas.microsoft.com/office/2006/metadata/properties" ma:root="true" ma:fieldsID="df74a7281636502521f87e5602b3ebc9" ns2:_="" ns3:_="">
    <xsd:import namespace="f26462dc-08e8-40ce-82b6-c16b5a0295bb"/>
    <xsd:import namespace="1565d323-ea14-464b-af16-88434f287a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462dc-08e8-40ce-82b6-c16b5a029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f0a94a1-9d5c-4ee6-80f0-613249b565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5d323-ea14-464b-af16-88434f287a5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274559b-e21f-4546-baf7-2779e04b5460}" ma:internalName="TaxCatchAll" ma:showField="CatchAllData" ma:web="1565d323-ea14-464b-af16-88434f287a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65d323-ea14-464b-af16-88434f287a58" xsi:nil="true"/>
    <lcf76f155ced4ddcb4097134ff3c332f xmlns="f26462dc-08e8-40ce-82b6-c16b5a0295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0FC864-088C-4356-B1E5-7BDE7DFC05F4}"/>
</file>

<file path=customXml/itemProps2.xml><?xml version="1.0" encoding="utf-8"?>
<ds:datastoreItem xmlns:ds="http://schemas.openxmlformats.org/officeDocument/2006/customXml" ds:itemID="{F3B4A8E6-61BD-4D28-A9AA-B0F0A8B24729}"/>
</file>

<file path=customXml/itemProps3.xml><?xml version="1.0" encoding="utf-8"?>
<ds:datastoreItem xmlns:ds="http://schemas.openxmlformats.org/officeDocument/2006/customXml" ds:itemID="{6DC867F1-E02C-4164-B697-DA9DD644F2B9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0x010100FE80F66E660D674BB220C80ED517291D</vt:lpwstr>
  </property>
</Properties>
</file>